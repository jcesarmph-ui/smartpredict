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1" r:id="rId4"/>
  </p:sldMasterIdLst>
  <p:notesMasterIdLst>
    <p:notesMasterId r:id="rId12"/>
  </p:notesMasterIdLst>
  <p:sldIdLst>
    <p:sldId id="293" r:id="rId5"/>
    <p:sldId id="287" r:id="rId6"/>
    <p:sldId id="289" r:id="rId7"/>
    <p:sldId id="290" r:id="rId8"/>
    <p:sldId id="291" r:id="rId9"/>
    <p:sldId id="292" r:id="rId10"/>
    <p:sldId id="259" r:id="rId11"/>
  </p:sldIdLst>
  <p:sldSz cx="9144000" cy="6858000" type="screen4x3"/>
  <p:notesSz cx="6858000" cy="9144000"/>
  <p:embeddedFontLst>
    <p:embeddedFont>
      <p:font typeface="Arial Black" panose="020B0604020202020204" pitchFamily="34" charset="0"/>
      <p:bold r:id="rId13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A51900C-99F6-06DB-AFD6-67B7A066FDF1}" name="GABRIEL OLIVEIRA SANTOS" initials="GO" userId="S::061200018@faculdade.cefsa.edu.br::154ff72e-d850-4e40-a473-1c4f1a2befa1" providerId="AD"/>
  <p188:author id="{428B4152-25BC-27B1-90D6-F471B264FFDD}" name="LUCAS DOS SANTOS ROCHA" initials="LR" userId="S::061200033@faculdade.cefsa.edu.br::e042ab69-a689-45aa-83c0-9a59e327c17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BFD"/>
    <a:srgbClr val="FEFEFE"/>
    <a:srgbClr val="FDFDFE"/>
    <a:srgbClr val="F8F9FB"/>
    <a:srgbClr val="000D21"/>
    <a:srgbClr val="F8E3C2"/>
    <a:srgbClr val="9DAAA9"/>
    <a:srgbClr val="91A0A1"/>
    <a:srgbClr val="9EE0F7"/>
    <a:srgbClr val="F99D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102" autoAdjust="0"/>
  </p:normalViewPr>
  <p:slideViewPr>
    <p:cSldViewPr snapToGrid="0">
      <p:cViewPr varScale="1">
        <p:scale>
          <a:sx n="77" d="100"/>
          <a:sy n="77" d="100"/>
        </p:scale>
        <p:origin x="16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1.fntdata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CF0BB0-0B5E-414B-A5F4-2CE5C0719338}" type="datetimeFigureOut">
              <a:rPr lang="pt-BR" smtClean="0"/>
              <a:t>31/05/2026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642536-90D1-4C7E-A7A3-2C8589E2A1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3268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3BB2A-0FA6-B094-A086-B69D3E651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E23F0C3-8B3C-D200-BEDC-BA8AEA6EFD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5C6F31A-C25C-3989-EB0B-4C81933A0F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13041DB-089B-1ED4-A1B8-63D9D015BD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42536-90D1-4C7E-A7A3-2C8589E2A1A7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98931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A98F2-CE02-F619-D6F6-3732AC1C6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E51E04C-8912-AF84-DC8B-FE48EC969C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D3E8B37-1BE2-0E76-4CA3-65FE146512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F789CC7-32E5-024E-8ECB-E7CB8ECEE9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42536-90D1-4C7E-A7A3-2C8589E2A1A7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4241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01C04-3E9E-A39A-20D3-39A6337F1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62F5946-1E44-9D9C-128B-47FA73E03D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9AC16F1-0F0D-E9D7-45CF-5B579D028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883C95C-6D16-9C0B-CE6C-1EC4F7D6EB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42536-90D1-4C7E-A7A3-2C8589E2A1A7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9042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D9DCB-196E-B802-2E2C-7EB4867FC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15F6F04-3915-4FFD-0EE8-2C28E90664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81A687D-5A26-57BF-DB86-693ADC3A08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A77E06-BDF0-0543-834F-8065919B26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42536-90D1-4C7E-A7A3-2C8589E2A1A7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15315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1ABCA-809E-3832-B8D7-DCCE02B49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9AA4163-8229-CB34-4C3C-DD5166B05B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C7DC7EF-133B-0355-3AEA-2E8CC732E1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C8AE9D9-61DD-DBDE-9E1D-9426A245F1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42536-90D1-4C7E-A7A3-2C8589E2A1A7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4176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Espaço Reservado para Texto 2"/>
          <p:cNvSpPr>
            <a:spLocks noGrp="1"/>
          </p:cNvSpPr>
          <p:nvPr>
            <p:ph type="body" sz="quarter" idx="10" hasCustomPrompt="1"/>
          </p:nvPr>
        </p:nvSpPr>
        <p:spPr>
          <a:xfrm>
            <a:off x="5364162" y="473756"/>
            <a:ext cx="3371623" cy="11264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>
                <a:solidFill>
                  <a:srgbClr val="016BB4"/>
                </a:solidFill>
                <a:latin typeface="Metropolis" panose="00000500000000000000" pitchFamily="50" charset="0"/>
              </a:defRPr>
            </a:lvl1pPr>
            <a:lvl2pPr>
              <a:defRPr sz="2000" b="1">
                <a:latin typeface="Metropolis" panose="00000500000000000000" pitchFamily="50" charset="0"/>
              </a:defRPr>
            </a:lvl2pPr>
            <a:lvl3pPr>
              <a:defRPr sz="1800" b="1">
                <a:latin typeface="Metropolis" panose="00000500000000000000" pitchFamily="50" charset="0"/>
              </a:defRPr>
            </a:lvl3pPr>
            <a:lvl4pPr>
              <a:defRPr sz="1600" b="1">
                <a:latin typeface="Metropolis" panose="00000500000000000000" pitchFamily="50" charset="0"/>
              </a:defRPr>
            </a:lvl4pPr>
            <a:lvl5pPr>
              <a:defRPr sz="1600" b="1">
                <a:latin typeface="Metropolis" panose="00000500000000000000" pitchFamily="50" charset="0"/>
              </a:defRPr>
            </a:lvl5pPr>
          </a:lstStyle>
          <a:p>
            <a:pPr lvl="0"/>
            <a:r>
              <a:rPr lang="pt-BR"/>
              <a:t>ESPAÇO RESERVADO, ESCREVA SEU TEXTO AQUI.</a:t>
            </a:r>
          </a:p>
        </p:txBody>
      </p:sp>
      <p:pic>
        <p:nvPicPr>
          <p:cNvPr id="2" name="Imagem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38" y="5497756"/>
            <a:ext cx="1796651" cy="105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517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Espaço Reservado para Texto 2"/>
          <p:cNvSpPr>
            <a:spLocks noGrp="1"/>
          </p:cNvSpPr>
          <p:nvPr>
            <p:ph type="body" sz="quarter" idx="10" hasCustomPrompt="1"/>
          </p:nvPr>
        </p:nvSpPr>
        <p:spPr>
          <a:xfrm>
            <a:off x="555172" y="424770"/>
            <a:ext cx="8172449" cy="45697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>
                <a:solidFill>
                  <a:srgbClr val="016BB4"/>
                </a:solidFill>
                <a:latin typeface="Metropolis" panose="00000500000000000000" pitchFamily="50" charset="0"/>
              </a:defRPr>
            </a:lvl1pPr>
            <a:lvl2pPr>
              <a:defRPr sz="2000" b="1">
                <a:latin typeface="Metropolis" panose="00000500000000000000" pitchFamily="50" charset="0"/>
              </a:defRPr>
            </a:lvl2pPr>
            <a:lvl3pPr>
              <a:defRPr sz="1800" b="1">
                <a:latin typeface="Metropolis" panose="00000500000000000000" pitchFamily="50" charset="0"/>
              </a:defRPr>
            </a:lvl3pPr>
            <a:lvl4pPr>
              <a:defRPr sz="1600" b="1">
                <a:latin typeface="Metropolis" panose="00000500000000000000" pitchFamily="50" charset="0"/>
              </a:defRPr>
            </a:lvl4pPr>
            <a:lvl5pPr>
              <a:defRPr sz="1600" b="1">
                <a:latin typeface="Metropolis" panose="00000500000000000000" pitchFamily="50" charset="0"/>
              </a:defRPr>
            </a:lvl5pPr>
          </a:lstStyle>
          <a:p>
            <a:pPr lvl="0"/>
            <a:r>
              <a:rPr lang="pt-BR"/>
              <a:t>ESPAÇO RESERVADO, ESCREVA SEU TEXTO AQUI.</a:t>
            </a:r>
          </a:p>
        </p:txBody>
      </p:sp>
      <p:sp>
        <p:nvSpPr>
          <p:cNvPr id="4" name="Espaço Reservado para Texto 2"/>
          <p:cNvSpPr>
            <a:spLocks noGrp="1"/>
          </p:cNvSpPr>
          <p:nvPr>
            <p:ph type="body" sz="quarter" idx="11" hasCustomPrompt="1"/>
          </p:nvPr>
        </p:nvSpPr>
        <p:spPr>
          <a:xfrm>
            <a:off x="555172" y="1306513"/>
            <a:ext cx="8172449" cy="4163558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400" b="0">
                <a:solidFill>
                  <a:srgbClr val="016BB4"/>
                </a:solidFill>
                <a:latin typeface="Metropolis" panose="00000500000000000000" pitchFamily="50" charset="0"/>
              </a:defRPr>
            </a:lvl1pPr>
            <a:lvl2pPr>
              <a:defRPr sz="2000" b="1">
                <a:latin typeface="Metropolis" panose="00000500000000000000" pitchFamily="50" charset="0"/>
              </a:defRPr>
            </a:lvl2pPr>
            <a:lvl3pPr>
              <a:defRPr sz="1800" b="1">
                <a:latin typeface="Metropolis" panose="00000500000000000000" pitchFamily="50" charset="0"/>
              </a:defRPr>
            </a:lvl3pPr>
            <a:lvl4pPr>
              <a:defRPr sz="1600" b="1">
                <a:latin typeface="Metropolis" panose="00000500000000000000" pitchFamily="50" charset="0"/>
              </a:defRPr>
            </a:lvl4pPr>
            <a:lvl5pPr>
              <a:defRPr sz="1600" b="1">
                <a:latin typeface="Metropolis" panose="00000500000000000000" pitchFamily="50" charset="0"/>
              </a:defRPr>
            </a:lvl5pPr>
          </a:lstStyle>
          <a:p>
            <a:pPr lvl="0"/>
            <a:r>
              <a:rPr lang="pt-BR"/>
              <a:t>Use este parágrafo de texto de marcação para inserir textos na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28807275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228" y="0"/>
            <a:ext cx="9144000" cy="6858000"/>
          </a:xfrm>
          <a:prstGeom prst="rect">
            <a:avLst/>
          </a:prstGeom>
        </p:spPr>
      </p:pic>
      <p:sp>
        <p:nvSpPr>
          <p:cNvPr id="3" name="Espaço Reservado para Texto 2"/>
          <p:cNvSpPr>
            <a:spLocks noGrp="1"/>
          </p:cNvSpPr>
          <p:nvPr>
            <p:ph type="body" sz="quarter" idx="10" hasCustomPrompt="1"/>
          </p:nvPr>
        </p:nvSpPr>
        <p:spPr>
          <a:xfrm>
            <a:off x="555172" y="424770"/>
            <a:ext cx="8172449" cy="45697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>
                <a:solidFill>
                  <a:srgbClr val="016BB4"/>
                </a:solidFill>
                <a:latin typeface="Metropolis" panose="00000500000000000000" pitchFamily="50" charset="0"/>
              </a:defRPr>
            </a:lvl1pPr>
            <a:lvl2pPr>
              <a:defRPr sz="2000" b="1">
                <a:latin typeface="Metropolis" panose="00000500000000000000" pitchFamily="50" charset="0"/>
              </a:defRPr>
            </a:lvl2pPr>
            <a:lvl3pPr>
              <a:defRPr sz="1800" b="1">
                <a:latin typeface="Metropolis" panose="00000500000000000000" pitchFamily="50" charset="0"/>
              </a:defRPr>
            </a:lvl3pPr>
            <a:lvl4pPr>
              <a:defRPr sz="1600" b="1">
                <a:latin typeface="Metropolis" panose="00000500000000000000" pitchFamily="50" charset="0"/>
              </a:defRPr>
            </a:lvl4pPr>
            <a:lvl5pPr>
              <a:defRPr sz="1600" b="1">
                <a:latin typeface="Metropolis" panose="00000500000000000000" pitchFamily="50" charset="0"/>
              </a:defRPr>
            </a:lvl5pPr>
          </a:lstStyle>
          <a:p>
            <a:pPr lvl="0"/>
            <a:r>
              <a:rPr lang="pt-BR"/>
              <a:t>ESPAÇO RESERVADO, ESCREVA SEU TEXTO AQUI.</a:t>
            </a:r>
          </a:p>
        </p:txBody>
      </p:sp>
      <p:sp>
        <p:nvSpPr>
          <p:cNvPr id="4" name="Espaço Reservado para Texto 2"/>
          <p:cNvSpPr>
            <a:spLocks noGrp="1"/>
          </p:cNvSpPr>
          <p:nvPr>
            <p:ph type="body" sz="quarter" idx="11" hasCustomPrompt="1"/>
          </p:nvPr>
        </p:nvSpPr>
        <p:spPr>
          <a:xfrm>
            <a:off x="555172" y="1306513"/>
            <a:ext cx="8172449" cy="4163558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400" b="0">
                <a:solidFill>
                  <a:srgbClr val="016BB4"/>
                </a:solidFill>
                <a:latin typeface="Metropolis" panose="00000500000000000000" pitchFamily="50" charset="0"/>
              </a:defRPr>
            </a:lvl1pPr>
            <a:lvl2pPr>
              <a:defRPr sz="2000" b="1">
                <a:latin typeface="Metropolis" panose="00000500000000000000" pitchFamily="50" charset="0"/>
              </a:defRPr>
            </a:lvl2pPr>
            <a:lvl3pPr>
              <a:defRPr sz="1800" b="1">
                <a:latin typeface="Metropolis" panose="00000500000000000000" pitchFamily="50" charset="0"/>
              </a:defRPr>
            </a:lvl3pPr>
            <a:lvl4pPr>
              <a:defRPr sz="1600" b="1">
                <a:latin typeface="Metropolis" panose="00000500000000000000" pitchFamily="50" charset="0"/>
              </a:defRPr>
            </a:lvl4pPr>
            <a:lvl5pPr>
              <a:defRPr sz="1600" b="1">
                <a:latin typeface="Metropolis" panose="00000500000000000000" pitchFamily="50" charset="0"/>
              </a:defRPr>
            </a:lvl5pPr>
          </a:lstStyle>
          <a:p>
            <a:pPr lvl="0"/>
            <a:r>
              <a:rPr lang="pt-BR"/>
              <a:t>Use este parágrafo de texto de marcação para inserir textos na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3322106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xto&#10;&#10;Descrição gerada automaticamente">
            <a:extLst>
              <a:ext uri="{FF2B5EF4-FFF2-40B4-BE49-F238E27FC236}">
                <a16:creationId xmlns:a16="http://schemas.microsoft.com/office/drawing/2014/main" id="{FB58BCCD-CD29-4E97-9B48-20D290F1B99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4396" y="2992598"/>
            <a:ext cx="2775208" cy="87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454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127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90A82-EF21-C6FC-BFFA-5AAA50167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10B2191-2E7A-4820-03BB-4EEDA60C5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521" y="5796037"/>
            <a:ext cx="2443193" cy="975741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8880AEEA-DB22-7762-8399-D9321BA68A74}"/>
              </a:ext>
            </a:extLst>
          </p:cNvPr>
          <p:cNvSpPr/>
          <p:nvPr/>
        </p:nvSpPr>
        <p:spPr>
          <a:xfrm>
            <a:off x="3126658" y="2831690"/>
            <a:ext cx="3057832" cy="14846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C79D7E0-8EB5-7BA4-F7DF-DCF8F63C4184}"/>
              </a:ext>
            </a:extLst>
          </p:cNvPr>
          <p:cNvSpPr txBox="1"/>
          <p:nvPr/>
        </p:nvSpPr>
        <p:spPr>
          <a:xfrm>
            <a:off x="580530" y="1542699"/>
            <a:ext cx="8150087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i="1" dirty="0"/>
              <a:t>Grupo 01</a:t>
            </a:r>
          </a:p>
          <a:p>
            <a:pPr algn="ctr"/>
            <a:r>
              <a:rPr lang="pt-BR" dirty="0"/>
              <a:t> </a:t>
            </a:r>
          </a:p>
          <a:p>
            <a:pPr algn="ctr"/>
            <a:r>
              <a:rPr lang="pt-BR" sz="4400" dirty="0">
                <a:solidFill>
                  <a:srgbClr val="002060"/>
                </a:solidFill>
                <a:latin typeface="Arial Black" panose="020B0A04020102020204" pitchFamily="34" charset="0"/>
              </a:rPr>
              <a:t>Manutenção Preditiva de "Zero-</a:t>
            </a:r>
            <a:r>
              <a:rPr lang="pt-BR" sz="4400" dirty="0" err="1">
                <a:solidFill>
                  <a:srgbClr val="002060"/>
                </a:solidFill>
                <a:latin typeface="Arial Black" panose="020B0A04020102020204" pitchFamily="34" charset="0"/>
              </a:rPr>
              <a:t>Downtime</a:t>
            </a:r>
            <a:r>
              <a:rPr lang="pt-BR" sz="4400" dirty="0">
                <a:solidFill>
                  <a:srgbClr val="002060"/>
                </a:solidFill>
                <a:latin typeface="Arial Black" panose="020B0A04020102020204" pitchFamily="34" charset="0"/>
              </a:rPr>
              <a:t>”</a:t>
            </a:r>
          </a:p>
          <a:p>
            <a:pPr algn="ctr"/>
            <a:endParaRPr lang="pt-BR" sz="4400" dirty="0">
              <a:latin typeface="Arial Black" panose="020B0A04020102020204" pitchFamily="34" charset="0"/>
            </a:endParaRPr>
          </a:p>
          <a:p>
            <a:pPr algn="ctr"/>
            <a:r>
              <a:rPr lang="pt-BR" i="1" dirty="0" err="1"/>
              <a:t>Julio</a:t>
            </a:r>
            <a:r>
              <a:rPr lang="pt-BR" i="1" dirty="0"/>
              <a:t> Cesar</a:t>
            </a:r>
          </a:p>
          <a:p>
            <a:pPr algn="ctr"/>
            <a:r>
              <a:rPr lang="pt-BR" i="1" dirty="0"/>
              <a:t>Lucas Silva  </a:t>
            </a:r>
          </a:p>
          <a:p>
            <a:pPr algn="ctr"/>
            <a:r>
              <a:rPr lang="pt-BR" i="1" dirty="0"/>
              <a:t>Mykaella Dutra </a:t>
            </a:r>
          </a:p>
          <a:p>
            <a:pPr algn="ctr"/>
            <a:r>
              <a:rPr lang="pt-BR" i="1" dirty="0"/>
              <a:t>Sarah Vieira </a:t>
            </a:r>
          </a:p>
          <a:p>
            <a:pPr algn="ctr"/>
            <a:endParaRPr lang="pt-BR" i="1" dirty="0"/>
          </a:p>
        </p:txBody>
      </p:sp>
    </p:spTree>
    <p:extLst>
      <p:ext uri="{BB962C8B-B14F-4D97-AF65-F5344CB8AC3E}">
        <p14:creationId xmlns:p14="http://schemas.microsoft.com/office/powerpoint/2010/main" val="2626668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642A9-D867-3577-4690-270C2AA50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Imagem 47">
            <a:extLst>
              <a:ext uri="{FF2B5EF4-FFF2-40B4-BE49-F238E27FC236}">
                <a16:creationId xmlns:a16="http://schemas.microsoft.com/office/drawing/2014/main" id="{B0DA78FE-AADC-603E-06C8-9AF8AB7842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" y="0"/>
            <a:ext cx="9122970" cy="6858000"/>
          </a:xfrm>
          <a:prstGeom prst="rect">
            <a:avLst/>
          </a:prstGeom>
        </p:spPr>
      </p:pic>
      <p:sp>
        <p:nvSpPr>
          <p:cNvPr id="49" name="Retângulo 48">
            <a:extLst>
              <a:ext uri="{FF2B5EF4-FFF2-40B4-BE49-F238E27FC236}">
                <a16:creationId xmlns:a16="http://schemas.microsoft.com/office/drawing/2014/main" id="{799F63D7-A20F-BC61-1758-4A6551CA8FA0}"/>
              </a:ext>
            </a:extLst>
          </p:cNvPr>
          <p:cNvSpPr/>
          <p:nvPr/>
        </p:nvSpPr>
        <p:spPr>
          <a:xfrm>
            <a:off x="226142" y="796413"/>
            <a:ext cx="3362632" cy="186813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51349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326"/>
    </mc:Choice>
    <mc:Fallback xmlns="">
      <p:transition spd="slow" advTm="4532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F7828-DE13-6AE8-F2A1-3C8CCA7DA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DA3D87D6-E089-082F-09D8-AE12A2E9FF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Listra Diagonal 9">
            <a:extLst>
              <a:ext uri="{FF2B5EF4-FFF2-40B4-BE49-F238E27FC236}">
                <a16:creationId xmlns:a16="http://schemas.microsoft.com/office/drawing/2014/main" id="{C8423731-3C2F-9589-1D6D-A707C701E56D}"/>
              </a:ext>
            </a:extLst>
          </p:cNvPr>
          <p:cNvSpPr/>
          <p:nvPr/>
        </p:nvSpPr>
        <p:spPr>
          <a:xfrm>
            <a:off x="-364222" y="-162232"/>
            <a:ext cx="1759975" cy="2369574"/>
          </a:xfrm>
          <a:prstGeom prst="diagStripe">
            <a:avLst>
              <a:gd name="adj" fmla="val 20954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5125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9C91C-B65C-E1B2-05DA-98B3E7829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1DFDA02-D79E-D62F-B0A6-883BC302FC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1D09189A-2F87-6B0C-DEBB-4B74A5C495A8}"/>
              </a:ext>
            </a:extLst>
          </p:cNvPr>
          <p:cNvSpPr/>
          <p:nvPr/>
        </p:nvSpPr>
        <p:spPr>
          <a:xfrm>
            <a:off x="-541416" y="0"/>
            <a:ext cx="1651820" cy="1113183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4081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9776B-2B84-D1D0-6FAF-AED4FFD77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AA0A898C-B5F1-DEF7-15AC-5C2852AA52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9452" y="0"/>
            <a:ext cx="9233452" cy="685800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B0CCE2D3-65CE-0A77-F1EF-7B3398340984}"/>
              </a:ext>
            </a:extLst>
          </p:cNvPr>
          <p:cNvSpPr/>
          <p:nvPr/>
        </p:nvSpPr>
        <p:spPr>
          <a:xfrm>
            <a:off x="-1982056" y="-120231"/>
            <a:ext cx="8382855" cy="1484671"/>
          </a:xfrm>
          <a:prstGeom prst="rect">
            <a:avLst/>
          </a:prstGeom>
          <a:solidFill>
            <a:srgbClr val="FEFEF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C0C4B52-2E14-0C47-5253-0ED91FB214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445" y="171657"/>
            <a:ext cx="5443982" cy="1192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940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79684-D267-CA50-66F4-288F2827E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59660A2-ADAF-4706-3BD9-D7CA46B4EC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8943550E-5A84-8190-5156-4A8CEF7A05ED}"/>
              </a:ext>
            </a:extLst>
          </p:cNvPr>
          <p:cNvSpPr/>
          <p:nvPr/>
        </p:nvSpPr>
        <p:spPr>
          <a:xfrm>
            <a:off x="-2041689" y="-299136"/>
            <a:ext cx="7239854" cy="1849640"/>
          </a:xfrm>
          <a:prstGeom prst="rect">
            <a:avLst/>
          </a:prstGeom>
          <a:solidFill>
            <a:srgbClr val="FDFDF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9200D45-0A25-1A89-574A-DE94C55854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18" y="83449"/>
            <a:ext cx="4124901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271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91095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"/>
</p:tagLst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51F864CA035244EB7F6E6B9CAD39DD8" ma:contentTypeVersion="29" ma:contentTypeDescription="Crie um novo documento." ma:contentTypeScope="" ma:versionID="98839a2138108a1da3ff0c0dd805dbd2">
  <xsd:schema xmlns:xsd="http://www.w3.org/2001/XMLSchema" xmlns:xs="http://www.w3.org/2001/XMLSchema" xmlns:p="http://schemas.microsoft.com/office/2006/metadata/properties" xmlns:ns1="http://schemas.microsoft.com/sharepoint/v3" xmlns:ns2="ce03834f-a579-4ecb-b47e-e136bae11e47" xmlns:ns3="948e1b9c-bee8-44de-8cc6-706e5b780eae" xmlns:ns4="feadaf30-646e-4180-8499-c12b20b15a5f" targetNamespace="http://schemas.microsoft.com/office/2006/metadata/properties" ma:root="true" ma:fieldsID="2f1c950916aedd9f0f9f5beae52b629b" ns1:_="" ns2:_="" ns3:_="" ns4:_="">
    <xsd:import namespace="http://schemas.microsoft.com/sharepoint/v3"/>
    <xsd:import namespace="ce03834f-a579-4ecb-b47e-e136bae11e47"/>
    <xsd:import namespace="948e1b9c-bee8-44de-8cc6-706e5b780eae"/>
    <xsd:import namespace="feadaf30-646e-4180-8499-c12b20b15a5f"/>
    <xsd:element name="properties">
      <xsd:complexType>
        <xsd:sequence>
          <xsd:element name="documentManagement">
            <xsd:complexType>
              <xsd:all>
                <xsd:element ref="ns2:C_x00f3_digo"/>
                <xsd:element ref="ns2:Processo"/>
                <xsd:element ref="ns2:Procedimento_x0020_Relacionado" minOccurs="0"/>
                <xsd:element ref="ns2:Revis_x00e3_o"/>
                <xsd:element ref="ns2:Diretoria_x0020_Respons_x00e1_vel"/>
                <xsd:element ref="ns3:SharedWithUsers" minOccurs="0"/>
                <xsd:element ref="ns3:SharingHintHash" minOccurs="0"/>
                <xsd:element ref="ns3:SharedWithDetails" minOccurs="0"/>
                <xsd:element ref="ns4:LastSharedByUser" minOccurs="0"/>
                <xsd:element ref="ns4:LastSharedByTime" minOccurs="0"/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1:_ip_UnifiedCompliancePolicyProperties" minOccurs="0"/>
                <xsd:element ref="ns1:_ip_UnifiedCompliancePolicyUIActio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2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23" nillable="true" ma:displayName="Ação de Interface do Usuário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03834f-a579-4ecb-b47e-e136bae11e47" elementFormDefault="qualified">
    <xsd:import namespace="http://schemas.microsoft.com/office/2006/documentManagement/types"/>
    <xsd:import namespace="http://schemas.microsoft.com/office/infopath/2007/PartnerControls"/>
    <xsd:element name="C_x00f3_digo" ma:index="8" ma:displayName="Código" ma:internalName="C_x00f3_digo">
      <xsd:simpleType>
        <xsd:restriction base="dms:Text">
          <xsd:maxLength value="255"/>
        </xsd:restriction>
      </xsd:simpleType>
    </xsd:element>
    <xsd:element name="Processo" ma:index="9" ma:displayName="Processo" ma:list="{d04dd076-bcf5-40f0-bcf6-41334a4db14c}" ma:internalName="Processo" ma:readOnly="false" ma:showField="Title">
      <xsd:simpleType>
        <xsd:restriction base="dms:Lookup"/>
      </xsd:simpleType>
    </xsd:element>
    <xsd:element name="Procedimento_x0020_Relacionado" ma:index="10" nillable="true" ma:displayName="Procedimento Relacionado" ma:list="{68c7f2b7-1efa-41dd-b3dd-67762d0802e6}" ma:internalName="Procedimento_x0020_Relacionado" ma:readOnly="false" ma:showField="Titl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Revis_x00e3_o" ma:index="11" ma:displayName="Revisão" ma:decimals="1" ma:internalName="Revis_x00e3_o" ma:percentage="FALSE">
      <xsd:simpleType>
        <xsd:restriction base="dms:Number"/>
      </xsd:simpleType>
    </xsd:element>
    <xsd:element name="Diretoria_x0020_Respons_x00e1_vel" ma:index="12" ma:displayName="Diretoria Responsável" ma:list="{d097f24e-7aa1-4883-bd52-0351a56a9ffd}" ma:internalName="Diretoria_x0020_Respons_x00e1_vel" ma:readOnly="false" ma:showField="Title">
      <xsd:simpleType>
        <xsd:restriction base="dms:Lookup"/>
      </xsd:simpleType>
    </xsd:element>
    <xsd:element name="MediaServiceMetadata" ma:index="1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sTATUS" ma:index="24" nillable="true" ma:displayName="Status" ma:default="Ativo" ma:format="Dropdown" ma:internalName="sTATUS">
      <xsd:simpleType>
        <xsd:restriction base="dms:Choice">
          <xsd:enumeration value="Ativo"/>
          <xsd:enumeration value="Inativo"/>
          <xsd:enumeration value="Não Aplicável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8e1b9c-bee8-44de-8cc6-706e5b780eae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4" nillable="true" ma:displayName="Hash de Dica de Compartilhamento" ma:internalName="SharingHintHash" ma:readOnly="true">
      <xsd:simpleType>
        <xsd:restriction base="dms:Text"/>
      </xsd:simpleType>
    </xsd:element>
    <xsd:element name="SharedWithDetails" ma:index="15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adaf30-646e-4180-8499-c12b20b15a5f" elementFormDefault="qualified">
    <xsd:import namespace="http://schemas.microsoft.com/office/2006/documentManagement/types"/>
    <xsd:import namespace="http://schemas.microsoft.com/office/infopath/2007/PartnerControls"/>
    <xsd:element name="LastSharedByUser" ma:index="16" nillable="true" ma:displayName="Último Compartilhamento Por Usuário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7" nillable="true" ma:displayName="Último Compartilhamento Por Tempo" ma:description="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rocedimento_x0020_Relacionado xmlns="ce03834f-a579-4ecb-b47e-e136bae11e47">
      <Value>631</Value>
    </Procedimento_x0020_Relacionado>
    <_ip_UnifiedCompliancePolicyUIAction xmlns="http://schemas.microsoft.com/sharepoint/v3" xsi:nil="true"/>
    <Processo xmlns="ce03834f-a579-4ecb-b47e-e136bae11e47">55</Processo>
    <C_x00f3_digo xmlns="ce03834f-a579-4ecb-b47e-e136bae11e47">FSA - FTT40</C_x00f3_digo>
    <_ip_UnifiedCompliancePolicyProperties xmlns="http://schemas.microsoft.com/sharepoint/v3" xsi:nil="true"/>
    <Revis_x00e3_o xmlns="ce03834f-a579-4ecb-b47e-e136bae11e47">2</Revis_x00e3_o>
    <Diretoria_x0020_Respons_x00e1_vel xmlns="ce03834f-a579-4ecb-b47e-e136bae11e47">2</Diretoria_x0020_Respons_x00e1_vel>
    <sTATUS xmlns="ce03834f-a579-4ecb-b47e-e136bae11e47">Ativo</sTATU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6A2A55D-5AA5-4EB7-9CC8-F4177109BF30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ce03834f-a579-4ecb-b47e-e136bae11e47"/>
    <ds:schemaRef ds:uri="948e1b9c-bee8-44de-8cc6-706e5b780eae"/>
    <ds:schemaRef ds:uri="feadaf30-646e-4180-8499-c12b20b15a5f"/>
  </ds:schemaRefs>
</ds:datastoreItem>
</file>

<file path=customXml/itemProps2.xml><?xml version="1.0" encoding="utf-8"?>
<ds:datastoreItem xmlns:ds="http://schemas.openxmlformats.org/officeDocument/2006/customXml" ds:itemID="{0FC7AD06-1B37-4C49-BE42-D5B778A19654}">
  <ds:schemaRefs>
    <ds:schemaRef ds:uri="http://schemas.microsoft.com/office/2006/metadata/properties"/>
    <ds:schemaRef ds:uri="http://www.w3.org/2000/xmlns/"/>
    <ds:schemaRef ds:uri="ce03834f-a579-4ecb-b47e-e136bae11e47"/>
    <ds:schemaRef ds:uri="http://schemas.microsoft.com/sharepoint/v3"/>
    <ds:schemaRef ds:uri="http://www.w3.org/2001/XMLSchema-instance"/>
  </ds:schemaRefs>
</ds:datastoreItem>
</file>

<file path=customXml/itemProps3.xml><?xml version="1.0" encoding="utf-8"?>
<ds:datastoreItem xmlns:ds="http://schemas.openxmlformats.org/officeDocument/2006/customXml" ds:itemID="{988BF537-DE93-4596-B4C3-06174397C0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674</TotalTime>
  <Words>22</Words>
  <Application>Microsoft Office PowerPoint</Application>
  <PresentationFormat>Apresentação na tela (4:3)</PresentationFormat>
  <Paragraphs>13</Paragraphs>
  <Slides>7</Slides>
  <Notes>5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8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Fundação salvador Arena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Faculdade - Modelo 2</dc:title>
  <dc:creator>Wendel de Sousa Oliveira</dc:creator>
  <cp:lastModifiedBy>Dutra, Mykaella</cp:lastModifiedBy>
  <cp:revision>57</cp:revision>
  <dcterms:created xsi:type="dcterms:W3CDTF">2019-06-06T13:43:11Z</dcterms:created>
  <dcterms:modified xsi:type="dcterms:W3CDTF">2026-05-31T23:02:42Z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0x010100951F864CA035244EB7F6E6B9CAD39DD8</vt:lpwstr>
  </property>
</Properties>
</file>